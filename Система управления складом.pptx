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: А. Голубев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Автор: А. Голубев</a:t>
            </a:r>
          </a:p>
        </p:txBody>
      </p:sp>
      <p:sp>
        <p:nvSpPr>
          <p:cNvPr id="172" name="Warehouse - сервис управления складом"/>
          <p:cNvSpPr txBox="1"/>
          <p:nvPr>
            <p:ph type="ctrTitle"/>
          </p:nvPr>
        </p:nvSpPr>
        <p:spPr>
          <a:xfrm>
            <a:off x="1206496" y="2574991"/>
            <a:ext cx="10829533" cy="4648201"/>
          </a:xfrm>
          <a:prstGeom prst="rect">
            <a:avLst/>
          </a:prstGeom>
        </p:spPr>
        <p:txBody>
          <a:bodyPr/>
          <a:lstStyle>
            <a:lvl1pPr defTabSz="1901904">
              <a:defRPr spc="-180" sz="9048"/>
            </a:lvl1pPr>
          </a:lstStyle>
          <a:p>
            <a:pPr/>
            <a:r>
              <a:t>Warehouse - сервис управления складом</a:t>
            </a:r>
          </a:p>
        </p:txBody>
      </p:sp>
      <p:pic>
        <p:nvPicPr>
          <p:cNvPr id="173" name="Снимок экрана — 2026-06-19 в 3.42.48 PM.png" descr="Снимок экрана — 2026-06-19 в 3.42.4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44598" y="3053665"/>
            <a:ext cx="8857151" cy="7608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Система управления складом — это не просто программа для учёта товаров, а стратегический инструмент, который превращает склад в высокоэффективный центр выполнения заказов . Вот чем она хороша и полезна для бизнеса."/>
          <p:cNvSpPr txBox="1"/>
          <p:nvPr/>
        </p:nvSpPr>
        <p:spPr>
          <a:xfrm>
            <a:off x="1201324" y="2931130"/>
            <a:ext cx="11135666" cy="7853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Система управления складом — это не просто программа для учёта товаров, а стратегический инструмент, который превращает склад в высокоэффективный центр выполнения заказов . Вот чем она хороша и полезна для бизнеса.</a:t>
            </a:r>
          </a:p>
        </p:txBody>
      </p:sp>
      <p:pic>
        <p:nvPicPr>
          <p:cNvPr id="176" name="images.jpeg" descr="images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19018" y="2916658"/>
            <a:ext cx="9136316" cy="78826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Снимок экрана — 2026-06-19 в 3.09.24 PM.png" descr="Снимок экрана — 2026-06-19 в 3.09.2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8472" y="2138551"/>
            <a:ext cx="5713310" cy="107996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Снимок экрана — 2026-06-19 в 3.12.28 PM.png" descr="Снимок экрана — 2026-06-19 в 3.12.2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14037" y="1921393"/>
            <a:ext cx="16148855" cy="11233987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Экраны входа в приложения"/>
          <p:cNvSpPr txBox="1"/>
          <p:nvPr/>
        </p:nvSpPr>
        <p:spPr>
          <a:xfrm>
            <a:off x="7115778" y="447582"/>
            <a:ext cx="10152444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Экраны входа в приложения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Снимок экрана — 2026-06-19 в 3.09.30 PM.png" descr="Снимок экрана — 2026-06-19 в 3.09.3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3093" y="1396889"/>
            <a:ext cx="5778142" cy="109222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Снимок экрана — 2026-06-19 в 3.12.32 PM.png" descr="Снимок экрана — 2026-06-19 в 3.12.3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72672" y="1396889"/>
            <a:ext cx="15700696" cy="10922222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Экраны регистрации в приложениях"/>
          <p:cNvSpPr txBox="1"/>
          <p:nvPr/>
        </p:nvSpPr>
        <p:spPr>
          <a:xfrm>
            <a:off x="5749512" y="420219"/>
            <a:ext cx="12884976" cy="94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Экраны регистрации в приложениях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Снимок экрана — 2026-06-19 в 3.09.55 PM.png" descr="Снимок экрана — 2026-06-19 в 3.09.5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1136" y="963601"/>
            <a:ext cx="6236584" cy="11788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Снимок экрана — 2026-06-19 в 3.12.52 PM.png" descr="Снимок экрана — 2026-06-19 в 3.12.5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6773" y="1066800"/>
            <a:ext cx="16649701" cy="11582401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Главный экран приложений"/>
          <p:cNvSpPr txBox="1"/>
          <p:nvPr/>
        </p:nvSpPr>
        <p:spPr>
          <a:xfrm>
            <a:off x="7257224" y="228672"/>
            <a:ext cx="9869552" cy="94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Главный экран приложений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Frontend (iOS)…"/>
          <p:cNvSpPr txBox="1"/>
          <p:nvPr/>
        </p:nvSpPr>
        <p:spPr>
          <a:xfrm>
            <a:off x="686568" y="741934"/>
            <a:ext cx="5233569" cy="511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Frontend (iOS)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Язык: Swift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UI-фреймворк: SwiftUI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Frontend (macOS)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Язык: Swift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UI-фреймворк: SwiftUI</a:t>
            </a:r>
          </a:p>
        </p:txBody>
      </p:sp>
      <p:sp>
        <p:nvSpPr>
          <p:cNvPr id="191" name="Backend…"/>
          <p:cNvSpPr txBox="1"/>
          <p:nvPr/>
        </p:nvSpPr>
        <p:spPr>
          <a:xfrm>
            <a:off x="686568" y="6406244"/>
            <a:ext cx="6577737" cy="511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Backend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Язык: Python 3.13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Веб-фреймворк: FastAPI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Валидация данных: Pydantic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База данных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PostgreSQL</a:t>
            </a:r>
          </a:p>
        </p:txBody>
      </p:sp>
      <p:sp>
        <p:nvSpPr>
          <p:cNvPr id="192" name="Инструменты разработки…"/>
          <p:cNvSpPr txBox="1"/>
          <p:nvPr/>
        </p:nvSpPr>
        <p:spPr>
          <a:xfrm>
            <a:off x="16065032" y="469742"/>
            <a:ext cx="5972404" cy="23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Инструменты разработки</a:t>
            </a:r>
            <a:endParaRPr b="0"/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Xcode</a:t>
            </a:r>
            <a:endParaRPr b="0">
              <a:latin typeface="Helvetica"/>
              <a:ea typeface="Helvetica"/>
              <a:cs typeface="Helvetica"/>
              <a:sym typeface="Helvetica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Visual Studio Code</a:t>
            </a:r>
          </a:p>
        </p:txBody>
      </p:sp>
      <p:pic>
        <p:nvPicPr>
          <p:cNvPr id="193" name="fastapi+flask.jpeg.jpeg" descr="fastapi+flask.jpe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99819" y="3931196"/>
            <a:ext cx="13547729" cy="90318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qr-code.png" descr="qr-cod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4901" y="1782925"/>
            <a:ext cx="10500806" cy="10500807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Спасибо за внимание…"/>
          <p:cNvSpPr txBox="1"/>
          <p:nvPr/>
        </p:nvSpPr>
        <p:spPr>
          <a:xfrm>
            <a:off x="10400722" y="3279007"/>
            <a:ext cx="13981101" cy="6172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232" sz="11600"/>
            </a:pPr>
            <a:r>
              <a:t>Спасибо за внимание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232" sz="11600"/>
            </a:pPr>
            <a:r>
              <a:t>ссылка на гит хаб рядом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